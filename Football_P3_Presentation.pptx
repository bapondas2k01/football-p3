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Football-P3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00B050"/>
                </a:solidFill>
              </a:defRPr>
            </a:pPr>
            <a:r>
              <a:t>Interactive Arcade Soccer Game</a:t>
            </a:r>
            <a:br/>
            <a:r>
              <a:t>Built with Phaser 3 &amp; TypeScript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🎮 Dynamic football (soccer) game with intelligent AI opponents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📊 Developer: BaponDas | Student ID: 223071014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🎯 Status: Development Complete &amp; Fully Integrated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⚙️ Game Engine: Phaser 3 (v3.87.0)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💾 Tech Stack: TypeScript, Vite, JavaScript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🎨 157+ Game Assets Fully Integrated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📱 Cross-Platform Web-Based Game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Core Game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✨ Interactive Gameplay with smooth controls &amp; realistic physics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🤖 AI Opponent System with adaptive behavior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🎭 Multiple Game Scenes (Landing, Mode Select, Loading, Game, Victory)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📊 Real-time HUD (Score, Timer, Status Indicators)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🎵 Complete Audio System (2 themes + 9 sound effects)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⚡ Optimized Performance (60 FPS, Vite optimization)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🎮 Responsive Controls (Arrow Keys/WASD + Space for kick)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Game Modes &amp;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👥 Single Player Mode: Play against intelligent AI opponent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👫 Two-Player Mode: Local multiplayer gameplay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⌨️ Movement: Arrow Keys or WASD for multi-directional control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🦵 Ball Interaction: Space bar to kick with physics-based trajectory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🛡️ Defensive: Slide tackles for defensive gameplay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⚡ Real-time Keyboard Input Handling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🎯 Game Duration: 90 seconds per match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AI &amp; Physics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🧠 Intelligent AI Controller: Advanced opponent behavior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📍 Adaptive AI: Responds to player &amp; ball position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🎚️ Difficulty Levels: Varying AI behavior tuning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⚽ Ball Physics: Realistic bouncing &amp; collision detection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👥 Player Collision: Player-to-player &amp; boundary handling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🌍 Gravity System: Optional physics simulation (arcade style)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📊 Velocity Tracking: Visual debugging capabilities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Visual Assets (68 Images)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👤 Player Characters: Messi, Ronaldo, Blue Team, Red Team styles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⚽ Soccer Ball: Multiple sprites with variants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🥅 Goal Posts: 6 different styles (standard, cartoon, fixed, variants)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🏟️ Backgrounds: Stadium view, clean field, tileset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🎮 UI Elements: Buttons (play, restart, back), banners, panels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✨ Special Effects: Stun stars, goal text overlay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🎬 73 Animation Frames: 2 sequences (37 frames each @ 10fps)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Audio System (15 Files)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🎵 Background Music: 2 unique game themes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🔊 Sound Effects: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Ball kick, bounce, goal cheer, post hit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UI button clicks, slide tackles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Game start fanfare, victory fanfare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Referee whistle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🎚️ Integrated Audio Management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🔔 Sound Feedback for all game interactions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Project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📁 Source Organization: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main.ts - Entry point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Player.ts, Ball.ts, Goal.ts - Game mechanics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AIController.ts - AI logic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GameUI.ts - UI management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🎬 Scene Flow: LoadingScene → LandingScene → ModeSelectScene →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         StartScene → GameScene → VictoryScene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⚙️ Configuration: gameConfig.json for settings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🎮 Game Engine: Phaser 3.87.0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📝 Language: TypeScript (Type-safe development)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🔧 Build Tool: Vite (Fast dev &amp; production builds)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📦 Plugins: phaser3-rex-plugins (Extended functionality)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📐 Resolution: 1152×768 pixels (optimized for web)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⚡ Performance: 60 FPS stable performance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🎨 Pixel Art Mode: Enabled for retro aesthetic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Asset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📦 Total Assets: 157 items organized &amp; integrated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🖼️ Images: 68 files in public/assets/images/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🎵 Audio: 15 files in public/assets/audio/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🎬 Animations: 73 frames in public/assets/animations/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🔤 Fonts: Retro Pixel Arcade font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All assets fully integrated into game engine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📋 Master configuration: asset-pack.json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Quick Start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1️⃣ Install Dependencies: npm install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2️⃣ Run Development Server: npm run dev (http://localhost:8080)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3️⃣ Build for Production: npm run build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4️⃣ Preview Build: npm run preview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📚 Available Commands: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npm run download-assets - Download external assets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npm run integrate-assets - Integrate local assets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Game Specifications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🎮 Screen Resolution: 1152 × 768 pixels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⚡ Frame Rate: 60 FPS (stable)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⏱️ Game Duration: 90 seconds per match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🎉 Goal Celebration Time: 1.5 seconds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👥 Score Display: Real-time HUD updates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🏅 Victory Screen: Game outcome display with replay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🔊 Total Audio Files: 15 (2 themes + 13 effects)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Development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Full TypeScript Implementation: Type-safe development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Clean Architecture: Modular scene-based system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Physics Engine: Realistic collision &amp; movement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AI System: Adaptive opponent behavior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Asset Optimization: 157 assets optimized &amp; integrated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Performance Optimized: Chunk optimization with Vite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Production Ready: Build &amp; deployment ready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Ready for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00B050"/>
                </a:solidFill>
              </a:defRPr>
            </a:pPr>
            <a:r>
              <a:t>Football-P3: A Complete Arcade Soccer Gaming Experience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